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and My Future Career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Air Force Intelligence Officer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Jeffrey Reese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109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May 1st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Air Force Intelligence Officer analyzes data for national security</a:t>
            </a:r>
          </a:p>
          <a:p>
            <a:pPr lvl="0"/>
            <a:r>
              <a:rPr/>
              <a:t>Works with satellite imagery, communications, and reports</a:t>
            </a:r>
          </a:p>
          <a:p>
            <a:pPr lvl="0"/>
            <a:r>
              <a:rPr/>
              <a:t>Provides information to support military decisions</a:t>
            </a:r>
          </a:p>
          <a:p>
            <a:pPr lvl="0"/>
            <a:r>
              <a:rPr/>
              <a:t>Requires strong analytical and critical thinking skills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Aligns with criminology and intelligence studies background</a:t>
            </a:r>
          </a:p>
          <a:p>
            <a:pPr lvl="0"/>
            <a:r>
              <a:rPr/>
              <a:t>Interest in national security and intelligence work</a:t>
            </a:r>
          </a:p>
          <a:p>
            <a:pPr lvl="0"/>
            <a:r>
              <a:rPr/>
              <a:t>Opportunity to serve and protect the country</a:t>
            </a:r>
          </a:p>
          <a:p>
            <a:pPr lvl="0"/>
            <a:r>
              <a:rPr/>
              <a:t>Considering Air Force vs private sector (Widelity)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can process large amounts of data quickly</a:t>
            </a:r>
          </a:p>
          <a:p>
            <a:pPr lvl="0"/>
            <a:r>
              <a:rPr/>
              <a:t>Reduces need for manual data analysis</a:t>
            </a:r>
          </a:p>
          <a:p>
            <a:pPr lvl="0"/>
            <a:r>
              <a:rPr/>
              <a:t>Automates tasks like image recognition and signal analysis</a:t>
            </a:r>
          </a:p>
          <a:p>
            <a:pPr lvl="0"/>
            <a:r>
              <a:rPr/>
              <a:t>Some repetitive tasks may be replaced by AI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Disruption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can generate reports and summaries</a:t>
            </a:r>
          </a:p>
          <a:p>
            <a:pPr lvl="0"/>
            <a:r>
              <a:rPr/>
              <a:t>Reduces time spent writing intelligence reports</a:t>
            </a:r>
          </a:p>
          <a:p>
            <a:pPr lvl="0"/>
            <a:r>
              <a:rPr/>
              <a:t>Role may shift from creating to reviewing information</a:t>
            </a:r>
          </a:p>
          <a:p>
            <a:pPr lvl="0"/>
            <a:r>
              <a:rPr/>
              <a:t>Requires adaptation to new technology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Faster and more efficient data analysis</a:t>
            </a:r>
          </a:p>
          <a:p>
            <a:pPr lvl="0"/>
            <a:r>
              <a:rPr/>
              <a:t>Helps identify patterns and potential threats</a:t>
            </a:r>
          </a:p>
          <a:p>
            <a:pPr lvl="0"/>
            <a:r>
              <a:rPr/>
              <a:t>Improves accuracy of intelligence work</a:t>
            </a:r>
          </a:p>
          <a:p>
            <a:pPr lvl="0"/>
            <a:r>
              <a:rPr/>
              <a:t>Allows officers to focus on decision-making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Benefits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Assists with communication and reporting</a:t>
            </a:r>
          </a:p>
          <a:p>
            <a:pPr lvl="0"/>
            <a:r>
              <a:rPr/>
              <a:t>Organizes complex information clearly</a:t>
            </a:r>
          </a:p>
          <a:p>
            <a:pPr lvl="0"/>
            <a:r>
              <a:rPr/>
              <a:t>Provides real-time insights</a:t>
            </a:r>
          </a:p>
          <a:p>
            <a:pPr lvl="0"/>
            <a:r>
              <a:rPr/>
              <a:t>Enhances overall performance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Gaining an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 to use AI tools for data analysis</a:t>
            </a:r>
          </a:p>
          <a:p>
            <a:pPr lvl="0"/>
            <a:r>
              <a:rPr/>
              <a:t>Practice real-world intelligence scenarios</a:t>
            </a:r>
          </a:p>
          <a:p>
            <a:pPr lvl="0"/>
            <a:r>
              <a:rPr/>
              <a:t>Stay informed on global events using AI</a:t>
            </a:r>
          </a:p>
          <a:p>
            <a:pPr lvl="0"/>
            <a:r>
              <a:rPr/>
              <a:t>Build on Widelity experience with technology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 AI tools and data analysis skills</a:t>
            </a:r>
          </a:p>
          <a:p>
            <a:pPr lvl="0"/>
            <a:r>
              <a:rPr/>
              <a:t>Follow global and national security news</a:t>
            </a:r>
          </a:p>
          <a:p>
            <a:pPr lvl="0"/>
            <a:r>
              <a:rPr/>
              <a:t>Improve technical and analytical abilities</a:t>
            </a:r>
          </a:p>
          <a:p>
            <a:pPr lvl="0"/>
            <a:r>
              <a:rPr/>
              <a:t>Gain experience through internship and practice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will not replace intelligence officers</a:t>
            </a:r>
          </a:p>
          <a:p>
            <a:pPr lvl="0"/>
            <a:r>
              <a:rPr/>
              <a:t>AI will change how the job is done</a:t>
            </a:r>
          </a:p>
          <a:p>
            <a:pPr lvl="0"/>
            <a:r>
              <a:rPr/>
              <a:t>Learning AI early provides a major advantage</a:t>
            </a:r>
          </a:p>
          <a:p>
            <a:pPr lvl="0"/>
            <a:r>
              <a:rPr/>
              <a:t>Preparation now leads to future success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2026-05-01T21:32:55Z</dcterms:created>
  <dcterms:modified xsi:type="dcterms:W3CDTF">2026-05-01T21:32:55Z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